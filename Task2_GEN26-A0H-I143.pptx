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Genesi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400" b="1" spc="200" kern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400" b="1" spc="200" kern="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Introduce your team and the domain you have chosen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657600"/>
            <a:ext cx="6035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9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 xml:space="preserve">Team Name – </a:t>
            </a:r>
            <a:r>
              <a:rPr lang="en-US" sz="1400" dirty="0">
                <a:solidFill>
                  <a:schemeClr val="bg1"/>
                </a:solidFill>
              </a:rPr>
              <a:t xml:space="preserve">DEBUG AVENGERS</a:t>
            </a:r>
            <a:endParaRPr lang="en-US" sz="1400" dirty="0"/>
          </a:p>
          <a:p>
            <a:pPr marL="279400" indent="-279400">
              <a:spcAft>
                <a:spcPts val="9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 xml:space="preserve">Team Members –</a:t>
            </a:r>
            <a:br>
              <a:rPr lang="en-US" sz="1400" dirty="0"/>
            </a:br>
            <a:r>
              <a:rPr lang="en-US" sz="1400" dirty="0">
                <a:solidFill>
                  <a:schemeClr val="bg1"/>
                </a:solidFill>
              </a:rPr>
              <a:t xml:space="preserve">Ketharaju Bhargav – CB.SC.U4CSE26768</a:t>
            </a:r>
            <a:br>
              <a:rPr lang="en-US" sz="1400" dirty="0"/>
            </a:br>
            <a:r>
              <a:rPr lang="en-US" sz="1400" dirty="0">
                <a:solidFill>
                  <a:schemeClr val="bg1"/>
                </a:solidFill>
              </a:rPr>
              <a:t xml:space="preserve">Kelam Rahul – CB.SC.U4CSE26132</a:t>
            </a:r>
            <a:br>
              <a:rPr lang="en-US" sz="1400" dirty="0"/>
            </a:br>
            <a:r>
              <a:rPr lang="en-US" sz="1400" dirty="0">
                <a:solidFill>
                  <a:schemeClr val="bg1"/>
                </a:solidFill>
              </a:rPr>
              <a:t xml:space="preserve">Lalam Tejash – CB.SC.U4CSE26525</a:t>
            </a:r>
            <a:br>
              <a:rPr lang="en-US" sz="1400" dirty="0"/>
            </a:br>
            <a:r>
              <a:rPr lang="en-US" sz="1400" dirty="0">
                <a:solidFill>
                  <a:schemeClr val="bg1"/>
                </a:solidFill>
              </a:rPr>
              <a:t xml:space="preserve">Guggilla Raketh Sastry – CB.SC.U4CSE26719</a:t>
            </a:r>
            <a:endParaRPr lang="en-US" sz="1400" dirty="0"/>
          </a:p>
          <a:p>
            <a:pPr marL="279400" indent="-279400">
              <a:spcAft>
                <a:spcPts val="9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 xml:space="preserve">Selected Domain – </a:t>
            </a:r>
            <a:r>
              <a:rPr lang="en-US" sz="1400" dirty="0">
                <a:solidFill>
                  <a:schemeClr val="bg1"/>
                </a:solidFill>
              </a:rPr>
              <a:t xml:space="preserve">Digital Technologies, AI &amp; Cybersecurity</a:t>
            </a:r>
            <a:endParaRPr lang="en-US" sz="1400" dirty="0"/>
          </a:p>
          <a:p>
            <a:pPr marL="279400" indent="-279400">
              <a:spcAft>
                <a:spcPts val="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 xml:space="preserve">Problem Statement – </a:t>
            </a:r>
            <a:r>
              <a:rPr lang="en-US" sz="1400" dirty="0">
                <a:solidFill>
                  <a:schemeClr val="bg1"/>
                </a:solidFill>
              </a:rPr>
              <a:t xml:space="preserve">Helping people spot phishing and scam messages early, using AI that checks a message or link and explains the risk in simple words.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Debug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03120"/>
            <a:ext cx="89611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 xml:space="preserve">What exactly needs to be solved?</a:t>
            </a:r>
            <a:endParaRPr lang="en-US" sz="1800" dirty="0"/>
          </a:p>
          <a:p>
            <a:pPr marL="558800" indent="-228600">
              <a:spcAft>
                <a:spcPts val="4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 xml:space="preserve">Every day we get so many SMS, WhatsApp forwards, emails and links. Some are real, some are scams, and honestly it's hard to tell.</a:t>
            </a:r>
            <a:endParaRPr lang="en-US" sz="1500" dirty="0"/>
          </a:p>
          <a:p>
            <a:pPr marL="558800" indent="-228600">
              <a:spcAft>
                <a:spcPts val="4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 xml:space="preserve">Fake KYC updates, prize messages, job offers and courier alerts look almost the same as the real ones.</a:t>
            </a:r>
            <a:endParaRPr lang="en-US" sz="1500" dirty="0"/>
          </a:p>
          <a:p>
            <a:pPr marL="558800" indent="-228600">
              <a:spcAft>
                <a:spcPts val="4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 xml:space="preserve">Most people don't know what to check, and when they're unsure there's nobody to quickly ask.</a:t>
            </a:r>
            <a:endParaRPr lang="en-US" sz="1500" dirty="0"/>
          </a:p>
          <a:p>
            <a:pPr marL="558800" indent="-228600">
              <a:spcAft>
                <a:spcPts val="4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 xml:space="preserve">So we need a simple tool that checks a message or link, explains the risk in plain words and what to do next.</a:t>
            </a:r>
            <a:endParaRPr lang="en-US" sz="1500" dirty="0"/>
          </a:p>
          <a:p>
            <a:pPr marL="279400" indent="-279400"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 xml:space="preserve">Why is it important right now?</a:t>
            </a:r>
            <a:endParaRPr lang="en-US" sz="1800" dirty="0"/>
          </a:p>
          <a:p>
            <a:pPr marL="558800" indent="-228600">
              <a:spcAft>
                <a:spcPts val="4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 xml:space="preserve">We use UPI, net banking and college portals for everything now, so one wrong click can cost a lot.</a:t>
            </a:r>
            <a:endParaRPr lang="en-US" sz="1500" dirty="0"/>
          </a:p>
          <a:p>
            <a:pPr marL="558800" indent="-228600">
              <a:spcAft>
                <a:spcPts val="4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 xml:space="preserve">Scammers are using AI too, so fake messages don't have spelling mistakes anymore and look very real.</a:t>
            </a:r>
            <a:endParaRPr lang="en-US" sz="1500" dirty="0"/>
          </a:p>
          <a:p>
            <a:pPr marL="558800" indent="-228600">
              <a:spcAft>
                <a:spcPts val="4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 xml:space="preserve">Students and elderly people fall for these the most, and usually they realise only after losing money.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Debug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0525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Primary users / target group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Students and young people who use UPI, job sites and Instagram every day.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Parents and elderly people who are new to smartphones and trust messages easily.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Secondary stakeholders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Banks, colleges and companies whose names scammers copy in fake messages.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Cyber crime cells and the 1930 helpline, who get the complaints after the damage is done.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Who benefits if the problem is solved?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Common people, who keep their money and personal details safe.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Banks and police get fewer fraud cases, and people trust digital payments more.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Debug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0525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Existing scenario and background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Scam messages come by SMS, WhatsApp, email and even Instagram DMs, every single day.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Right now people just go with their gut, or ask a friend if a message looks odd.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Relevant data or facts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Indians lost around ₹22,845 crore to cyber fraud in 2024, about 3x more than in 2023.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Over 19 lakh complaints were filed on the national cyber crime portal in 2024. (Govt reply, Lok Sabha)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Current workflow, step by step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Message arrives  →  person reads it  →  clicks the link or calls the number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→  shares OTP or card details  →  money is gone  →  only then calls 1930 or the cyber cell.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Debug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0525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Main difficulties and bottlenecks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Scams keep changing: fake electricity bills, stuck parcels, part-time jobs, "digital arrest".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Spam filters catch some, but plenty still reach the normal inbox and WhatsApp.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Root causes behind them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People don't know the warning signs, and they panic when a message says "urgent".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Scammers now use AI to write clean, believable messages, so old tricks to spot them don't work.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Consequences of leaving them unsolved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Lost money, hacked accounts and misused personal data.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Older people get scared and stop using digital payments altogether.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Debug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0525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Existing methods, systems or alternatives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1930 helpline, cybercrime.gov.in, and Chakshu on Sanchar Saathi for reporting fraud.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Spam filters in Gmail and SMS apps, Truecaller spam tags, and awareness posts by banks and police.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Limitations of each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Reporting portals help after the fraud happens, not before you click.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Filters quietly block or hide things but never tell you why. Awareness posts are forgotten in the moment.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The gap they leave open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No simple place to paste a message or link and get a quick answer, with a reason in plain words.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Nothing that helps you at the exact moment you're about to click.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Debug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0525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Hardware requirements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Our own laptops for building it, and a few Android phones for testing.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A small cloud server to host the prototype (a free tier is enough to start).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Software requirements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Python, a text classifier or an LLM API to read messages, and link-check APIs like Google Safe Browsing.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A simple web app or WhatsApp bot (React / Flask), with GitHub to manage our code.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Other resources (including human resources)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Public spam and phishing message datasets, plus real samples we collect from friends and family.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Our four team members, guidance from a faculty mentor, and a few elderly users to test it.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Debug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0525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What your team intends to do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Build a simple app or chatbot: paste a message, link or screenshot and get Safe, Suspicious or Scam.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Along with the result, show a short reason and what to do next, like "don't click, report on 1930".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What you want to improve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Make that "should I click this?" moment quick and easy, even for someone who isn't tech-savvy.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Explain things in simple English and local languages instead of technical words.</a:t>
            </a:r>
            <a:endParaRPr lang="en-US" sz="1450" dirty="0"/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 xml:space="preserve">What successful improvement should you achieve</a:t>
            </a:r>
            <a:endParaRPr lang="en-US" sz="170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The prototype catches most of the scam samples we test it on, without flagging too many real ones.</a:t>
            </a:r>
            <a:endParaRPr lang="en-US" sz="1450" dirty="0"/>
          </a:p>
          <a:p>
            <a:pPr marL="55880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50" dirty="0">
                <a:solidFill>
                  <a:schemeClr val="tx1"/>
                </a:solidFill>
              </a:rPr>
              <a:t xml:space="preserve">People who test it understand the result on their own, without anyone explaining it to them.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Genesis Ideathon</cp:lastModifiedBy>
  <cp:revision>1</cp:revision>
  <dcterms:created xsi:type="dcterms:W3CDTF">2026-10-07T15:27:40Z</dcterms:created>
  <dcterms:modified xsi:type="dcterms:W3CDTF">2026-10-07T15:27:40Z</dcterms:modified>
</cp:coreProperties>
</file>